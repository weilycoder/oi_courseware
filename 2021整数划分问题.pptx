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43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整数划分模型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sym typeface="+mn-ea"/>
              </a:rPr>
              <a:t>一类整数划分问题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对于一个正整数</a:t>
            </a:r>
            <a:r>
              <a:rPr lang="en-US" altLang="zh-CN" dirty="0">
                <a:sym typeface="+mn-ea"/>
              </a:rPr>
              <a:t>n</a:t>
            </a:r>
            <a:r>
              <a:rPr lang="zh-CN" altLang="en-US" dirty="0">
                <a:sym typeface="+mn-ea"/>
              </a:rPr>
              <a:t>：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en-US" altLang="zh-CN" dirty="0" smtClean="0">
                <a:sym typeface="+mn-ea"/>
              </a:rPr>
              <a:t>0</a:t>
            </a:r>
            <a:r>
              <a:rPr lang="en-US" altLang="zh-CN" dirty="0">
                <a:sym typeface="+mn-ea"/>
              </a:rPr>
              <a:t>.</a:t>
            </a:r>
            <a:r>
              <a:rPr lang="zh-CN" altLang="en-US" dirty="0" smtClean="0">
                <a:sym typeface="+mn-ea"/>
              </a:rPr>
              <a:t>求</a:t>
            </a:r>
            <a:r>
              <a:rPr lang="zh-CN" altLang="en-US" dirty="0">
                <a:sym typeface="+mn-ea"/>
              </a:rPr>
              <a:t>把n划分成k个非负整数的方案数？</a:t>
            </a:r>
            <a:endParaRPr lang="zh-CN" altLang="en-US" dirty="0"/>
          </a:p>
          <a:p>
            <a:r>
              <a:rPr lang="zh-CN" altLang="en-US" dirty="0" smtClean="0"/>
              <a:t>1</a:t>
            </a:r>
            <a:r>
              <a:rPr lang="en-US" altLang="zh-CN" dirty="0" smtClean="0"/>
              <a:t>.</a:t>
            </a:r>
            <a:r>
              <a:rPr lang="zh-CN" altLang="en-US" dirty="0" smtClean="0"/>
              <a:t>求</a:t>
            </a:r>
            <a:r>
              <a:rPr lang="zh-CN" altLang="en-US" dirty="0"/>
              <a:t>把n划分成k个正整数的方案数？</a:t>
            </a:r>
            <a:endParaRPr lang="zh-CN" altLang="en-US" dirty="0"/>
          </a:p>
          <a:p>
            <a:r>
              <a:rPr lang="zh-CN" altLang="en-US" dirty="0" smtClean="0"/>
              <a:t>2</a:t>
            </a:r>
            <a:r>
              <a:rPr lang="en-US" altLang="zh-CN" dirty="0" smtClean="0"/>
              <a:t>.</a:t>
            </a:r>
            <a:r>
              <a:rPr lang="zh-CN" altLang="en-US" dirty="0" smtClean="0"/>
              <a:t>求</a:t>
            </a:r>
            <a:r>
              <a:rPr lang="zh-CN" altLang="en-US" dirty="0"/>
              <a:t>把n划分成k个</a:t>
            </a:r>
            <a:r>
              <a:rPr lang="zh-CN" altLang="en-US" dirty="0">
                <a:sym typeface="+mn-ea"/>
              </a:rPr>
              <a:t>互不相同</a:t>
            </a:r>
            <a:r>
              <a:rPr lang="zh-CN" altLang="en-US" dirty="0"/>
              <a:t>正整数的方案数？</a:t>
            </a:r>
            <a:endParaRPr lang="zh-CN" altLang="en-US" dirty="0"/>
          </a:p>
          <a:p>
            <a:r>
              <a:rPr lang="zh-CN" altLang="en-US" dirty="0" smtClean="0"/>
              <a:t>3</a:t>
            </a:r>
            <a:r>
              <a:rPr lang="en-US" altLang="zh-CN" dirty="0" smtClean="0"/>
              <a:t>.</a:t>
            </a:r>
            <a:r>
              <a:rPr lang="zh-CN" altLang="en-US" dirty="0" smtClean="0"/>
              <a:t>求</a:t>
            </a:r>
            <a:r>
              <a:rPr lang="zh-CN" altLang="en-US" dirty="0"/>
              <a:t>把n划分成k个不大于m的互不相同正整数的方案数？</a:t>
            </a:r>
            <a:endParaRPr lang="zh-CN" altLang="en-US" dirty="0"/>
          </a:p>
          <a:p>
            <a:r>
              <a:rPr lang="zh-CN" altLang="en-US" dirty="0" smtClean="0"/>
              <a:t>4</a:t>
            </a:r>
            <a:r>
              <a:rPr lang="en-US" altLang="zh-CN" dirty="0" smtClean="0"/>
              <a:t>.</a:t>
            </a:r>
            <a:r>
              <a:rPr lang="zh-CN" altLang="en-US" dirty="0" smtClean="0"/>
              <a:t>求</a:t>
            </a:r>
            <a:r>
              <a:rPr lang="zh-CN" altLang="en-US" dirty="0"/>
              <a:t>把n划分成k个奇数的方案数？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0.</a:t>
            </a:r>
            <a:r>
              <a:rPr lang="zh-CN" altLang="en-US" dirty="0" smtClean="0">
                <a:sym typeface="+mn-ea"/>
              </a:rPr>
              <a:t>求</a:t>
            </a:r>
            <a:r>
              <a:rPr lang="zh-CN" altLang="en-US" dirty="0">
                <a:sym typeface="+mn-ea"/>
              </a:rPr>
              <a:t>把n划分成k个非负整数的方案数？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是不是很熟悉？</a:t>
            </a:r>
            <a:endParaRPr lang="zh-CN" altLang="en-US" dirty="0"/>
          </a:p>
          <a:p>
            <a:r>
              <a:rPr lang="en-US" altLang="zh-CN" dirty="0"/>
              <a:t>POJ 1664 </a:t>
            </a:r>
            <a:r>
              <a:rPr lang="zh-CN" altLang="en-US" dirty="0"/>
              <a:t>放</a:t>
            </a:r>
            <a:r>
              <a:rPr lang="zh-CN" altLang="en-US" dirty="0" smtClean="0"/>
              <a:t>苹果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err="1" smtClean="0"/>
              <a:t>dfs</a:t>
            </a:r>
            <a:r>
              <a:rPr lang="en-US" altLang="zh-CN" dirty="0" smtClean="0"/>
              <a:t>+</a:t>
            </a:r>
            <a:r>
              <a:rPr lang="zh-CN" altLang="en-US" dirty="0" smtClean="0"/>
              <a:t>剪枝</a:t>
            </a:r>
            <a:endParaRPr lang="en-US" altLang="zh-CN" dirty="0" smtClean="0"/>
          </a:p>
          <a:p>
            <a:r>
              <a:rPr lang="zh-CN" altLang="en-US" dirty="0" smtClean="0"/>
              <a:t>递归</a:t>
            </a:r>
            <a:r>
              <a:rPr lang="en-US" altLang="zh-CN" dirty="0" smtClean="0"/>
              <a:t>+</a:t>
            </a:r>
            <a:r>
              <a:rPr lang="zh-CN" altLang="en-US" dirty="0" smtClean="0"/>
              <a:t>记忆化</a:t>
            </a:r>
            <a:endParaRPr lang="en-US" altLang="zh-CN" dirty="0" smtClean="0"/>
          </a:p>
          <a:p>
            <a:r>
              <a:rPr lang="zh-CN" altLang="en-US" dirty="0"/>
              <a:t>递</a:t>
            </a:r>
            <a:r>
              <a:rPr lang="zh-CN" altLang="en-US" dirty="0" smtClean="0"/>
              <a:t>推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dp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0.</a:t>
            </a:r>
            <a:r>
              <a:rPr lang="zh-CN" altLang="en-US" dirty="0" smtClean="0">
                <a:sym typeface="+mn-ea"/>
              </a:rPr>
              <a:t>求</a:t>
            </a:r>
            <a:r>
              <a:rPr lang="zh-CN" altLang="en-US" dirty="0">
                <a:sym typeface="+mn-ea"/>
              </a:rPr>
              <a:t>把n划分成k个非负整数的方案数？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递推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dp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有</a:t>
            </a:r>
            <a:r>
              <a:rPr lang="en-US" altLang="zh-CN" dirty="0" smtClean="0"/>
              <a:t>0</a:t>
            </a:r>
            <a:r>
              <a:rPr lang="zh-CN" altLang="en-US" dirty="0" smtClean="0"/>
              <a:t>？</a:t>
            </a:r>
            <a:r>
              <a:rPr lang="en-US" altLang="zh-CN" dirty="0" smtClean="0"/>
              <a:t>//</a:t>
            </a:r>
            <a:r>
              <a:rPr lang="zh-CN" altLang="en-US" dirty="0" smtClean="0"/>
              <a:t>放苹果 有空盘子</a:t>
            </a:r>
            <a:endParaRPr lang="en-US" altLang="zh-CN" dirty="0" smtClean="0"/>
          </a:p>
          <a:p>
            <a:r>
              <a:rPr lang="zh-CN" altLang="en-US" dirty="0" smtClean="0"/>
              <a:t>没</a:t>
            </a:r>
            <a:r>
              <a:rPr lang="en-US" altLang="zh-CN" dirty="0" smtClean="0"/>
              <a:t>0</a:t>
            </a:r>
            <a:r>
              <a:rPr lang="zh-CN" altLang="en-US" dirty="0" smtClean="0"/>
              <a:t>？</a:t>
            </a:r>
            <a:r>
              <a:rPr lang="en-US" altLang="zh-CN" dirty="0" smtClean="0"/>
              <a:t>//</a:t>
            </a:r>
            <a:r>
              <a:rPr lang="zh-CN" altLang="en-US" dirty="0" smtClean="0"/>
              <a:t>放苹果 没空盘子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err="1" smtClean="0"/>
              <a:t>dp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][j] = 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][j-1] + </a:t>
            </a:r>
            <a:r>
              <a:rPr lang="en-US" altLang="zh-CN" dirty="0" err="1" smtClean="0"/>
              <a:t>dp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-j][j]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1.</a:t>
            </a:r>
            <a:r>
              <a:rPr lang="zh-CN" altLang="en-US" dirty="0">
                <a:sym typeface="+mn-ea"/>
              </a:rPr>
              <a:t>求把n划分成k个正整数的方案数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暴力dp</a:t>
            </a:r>
            <a:endParaRPr lang="zh-CN" altLang="en-US"/>
          </a:p>
          <a:p>
            <a:r>
              <a:rPr lang="zh-CN" altLang="en-US"/>
              <a:t>设dp[i][j][sum]前i个数，选了j个数，和为sum的方案数是多少，答案就是dp[n][k][n]，考虑这一个数选几个来转移即可。这个状态是n*k*n的转移O(sum/i)。均摊O(n*k*n*log(n))复杂度有些高。</a:t>
            </a:r>
            <a:endParaRPr lang="zh-CN" altLang="en-US"/>
          </a:p>
          <a:p>
            <a:r>
              <a:rPr lang="zh-CN" altLang="en-US"/>
              <a:t>本质是个完全背包的，那种写法的话可以做到O(n*k*n)。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1.</a:t>
            </a:r>
            <a:r>
              <a:rPr lang="zh-CN" altLang="en-US" dirty="0">
                <a:sym typeface="+mn-ea"/>
              </a:rPr>
              <a:t>求把n划分成k个正整数的方案数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我们直接设dp[i][j]表示把i划分成j</a:t>
            </a:r>
            <a:r>
              <a:rPr lang="zh-CN" altLang="en-US" dirty="0" smtClean="0"/>
              <a:t>个正整数</a:t>
            </a:r>
            <a:r>
              <a:rPr lang="zh-CN" altLang="en-US" dirty="0"/>
              <a:t>的方案数。</a:t>
            </a:r>
            <a:endParaRPr lang="zh-CN" altLang="en-US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有</a:t>
            </a:r>
            <a:r>
              <a:rPr lang="en-US" altLang="zh-CN" dirty="0" smtClean="0"/>
              <a:t>1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zh-CN" altLang="en-US" dirty="0" smtClean="0"/>
              <a:t>没</a:t>
            </a:r>
            <a:r>
              <a:rPr lang="en-US" altLang="zh-CN" dirty="0" smtClean="0"/>
              <a:t>1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我们</a:t>
            </a:r>
            <a:r>
              <a:rPr lang="zh-CN" altLang="en-US" dirty="0"/>
              <a:t>可以得到dp[i][j]=dp[i-j][j]+dp[i-1][j-1]。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9363" y="2570628"/>
            <a:ext cx="5898291" cy="25800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ym typeface="+mn-ea"/>
              </a:rPr>
              <a:t>2.</a:t>
            </a:r>
            <a:r>
              <a:rPr lang="zh-CN" altLang="en-US" sz="4000" dirty="0">
                <a:sym typeface="+mn-ea"/>
              </a:rPr>
              <a:t>求把n划分成</a:t>
            </a:r>
            <a:r>
              <a:rPr lang="zh-CN" altLang="en-US" sz="4000" dirty="0" smtClean="0">
                <a:sym typeface="+mn-ea"/>
              </a:rPr>
              <a:t>k</a:t>
            </a:r>
            <a:r>
              <a:rPr lang="zh-CN" altLang="en-US" sz="4000" dirty="0">
                <a:sym typeface="+mn-ea"/>
              </a:rPr>
              <a:t>个</a:t>
            </a:r>
            <a:r>
              <a:rPr lang="zh-CN" altLang="en-US" sz="4000" dirty="0">
                <a:sym typeface="+mn-ea"/>
              </a:rPr>
              <a:t>互不</a:t>
            </a:r>
            <a:r>
              <a:rPr lang="zh-CN" altLang="en-US" sz="4000" dirty="0" smtClean="0">
                <a:sym typeface="+mn-ea"/>
              </a:rPr>
              <a:t>相同</a:t>
            </a:r>
            <a:r>
              <a:rPr lang="zh-CN" altLang="en-US" sz="4000" dirty="0">
                <a:sym typeface="+mn-ea"/>
              </a:rPr>
              <a:t>正整数的方案数</a:t>
            </a:r>
            <a:endParaRPr lang="zh-CN" altLang="en-US" sz="40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大同小异。</a:t>
            </a:r>
            <a:endParaRPr lang="zh-CN" altLang="en-US"/>
          </a:p>
          <a:p>
            <a:r>
              <a:rPr lang="zh-CN" altLang="en-US"/>
              <a:t>暴力dp:设dp[i][j][sum] 前i个数，选了j个数，和为sum的方案数是多少，答案就是dp[n][k][n]，考虑下一个数选不选来转移即可。</a:t>
            </a:r>
            <a:endParaRPr lang="zh-CN" altLang="en-US"/>
          </a:p>
          <a:p>
            <a:r>
              <a:rPr lang="zh-CN" altLang="en-US"/>
              <a:t>本质是个0/1背包， 复杂度O(n*k*n)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ym typeface="+mn-ea"/>
              </a:rPr>
              <a:t>2.</a:t>
            </a:r>
            <a:r>
              <a:rPr lang="zh-CN" altLang="en-US" sz="4000" dirty="0">
                <a:sym typeface="+mn-ea"/>
              </a:rPr>
              <a:t>求把n划分成互不相同的k个正整数的方案数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还是直接设dp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  <a:r>
              <a:rPr lang="en-US" altLang="zh-CN" dirty="0" err="1"/>
              <a:t>表示把i划分成j个数的方案数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有</a:t>
            </a:r>
            <a:r>
              <a:rPr lang="en-US" altLang="zh-CN" dirty="0" smtClean="0"/>
              <a:t>1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zh-CN" altLang="en-US" dirty="0" smtClean="0"/>
              <a:t>没</a:t>
            </a:r>
            <a:r>
              <a:rPr lang="en-US" altLang="zh-CN" dirty="0" smtClean="0"/>
              <a:t>1</a:t>
            </a:r>
            <a:r>
              <a:rPr lang="zh-CN" altLang="en-US" dirty="0" smtClean="0"/>
              <a:t>？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err="1" smtClean="0"/>
              <a:t>dp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/>
              <a:t>][j]=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-j][j]+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-j][j-1] 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4249" y="2523404"/>
            <a:ext cx="5725621" cy="24934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ym typeface="+mn-ea"/>
              </a:rPr>
              <a:t>3.</a:t>
            </a:r>
            <a:r>
              <a:rPr lang="zh-CN" altLang="en-US" sz="3200" dirty="0">
                <a:sym typeface="+mn-ea"/>
              </a:rPr>
              <a:t>求把n划分成k个不大于m的互不</a:t>
            </a:r>
            <a:r>
              <a:rPr lang="zh-CN" altLang="en-US" sz="3200" dirty="0" smtClean="0">
                <a:sym typeface="+mn-ea"/>
              </a:rPr>
              <a:t>相同</a:t>
            </a:r>
            <a:r>
              <a:rPr lang="zh-CN" altLang="en-US" sz="3200" dirty="0">
                <a:sym typeface="+mn-ea"/>
              </a:rPr>
              <a:t>的</a:t>
            </a:r>
            <a:r>
              <a:rPr lang="zh-CN" altLang="en-US" sz="3200" dirty="0" smtClean="0">
                <a:sym typeface="+mn-ea"/>
              </a:rPr>
              <a:t>正整数</a:t>
            </a:r>
            <a:r>
              <a:rPr lang="zh-CN" altLang="en-US" sz="3200" dirty="0">
                <a:sym typeface="+mn-ea"/>
              </a:rPr>
              <a:t>的方案数</a:t>
            </a:r>
            <a:endParaRPr lang="zh-CN" altLang="en-US" sz="32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背包dp的方法同上。</a:t>
            </a:r>
            <a:endParaRPr lang="zh-CN" altLang="en-US"/>
          </a:p>
          <a:p>
            <a:r>
              <a:rPr lang="zh-CN" altLang="en-US"/>
              <a:t>N=20,k=4,m=6的不合法方案如图。</a:t>
            </a:r>
            <a:endParaRPr lang="zh-CN" altLang="en-US"/>
          </a:p>
          <a:p>
            <a:r>
              <a:rPr lang="zh-CN" altLang="en-US"/>
              <a:t>dp[i][j]=</a:t>
            </a:r>
            <a:endParaRPr lang="zh-CN" altLang="en-US"/>
          </a:p>
          <a:p>
            <a:r>
              <a:rPr lang="zh-CN" altLang="en-US"/>
              <a:t>dp[i-j][j]+dp[i-j][j-1]-dp[i-(m+1)][j-1]</a:t>
            </a:r>
            <a:endParaRPr lang="zh-CN" altLang="en-US"/>
          </a:p>
          <a:p>
            <a:r>
              <a:rPr lang="zh-CN" altLang="en-US"/>
              <a:t>减的这一项就是超过线的那种情况。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6570" y="2313940"/>
            <a:ext cx="4351020" cy="26981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4</a:t>
            </a:r>
            <a:r>
              <a:rPr lang="en-US" altLang="zh-CN" dirty="0" smtClean="0">
                <a:sym typeface="+mn-ea"/>
              </a:rPr>
              <a:t>.</a:t>
            </a:r>
            <a:r>
              <a:rPr lang="zh-CN" altLang="en-US" dirty="0" smtClean="0">
                <a:sym typeface="+mn-ea"/>
              </a:rPr>
              <a:t>求</a:t>
            </a:r>
            <a:r>
              <a:rPr lang="zh-CN" altLang="en-US" dirty="0">
                <a:sym typeface="+mn-ea"/>
              </a:rPr>
              <a:t>把n划分成k个奇数的方案数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可重复数字纯奇纯偶划分</a:t>
            </a:r>
            <a:endParaRPr lang="zh-CN" altLang="en-US" dirty="0"/>
          </a:p>
          <a:p>
            <a:r>
              <a:rPr lang="zh-CN" altLang="en-US" dirty="0" smtClean="0"/>
              <a:t>g</a:t>
            </a:r>
            <a:r>
              <a:rPr lang="zh-CN" altLang="en-US" dirty="0"/>
              <a:t>[i][j]:将i划分为j个偶数</a:t>
            </a:r>
            <a:endParaRPr lang="zh-CN" altLang="en-US" dirty="0"/>
          </a:p>
          <a:p>
            <a:r>
              <a:rPr lang="zh-CN" altLang="en-US" dirty="0" smtClean="0"/>
              <a:t>f</a:t>
            </a:r>
            <a:r>
              <a:rPr lang="zh-CN" altLang="en-US" dirty="0"/>
              <a:t>[i][j]:将i划分为j个奇数</a:t>
            </a:r>
            <a:endParaRPr lang="zh-CN" altLang="en-US" dirty="0"/>
          </a:p>
          <a:p>
            <a:r>
              <a:rPr lang="zh-CN" altLang="en-US" dirty="0"/>
              <a:t>g[i][j] = f[i - j][j]</a:t>
            </a:r>
            <a:endParaRPr lang="zh-CN" altLang="en-US" dirty="0"/>
          </a:p>
          <a:p>
            <a:r>
              <a:rPr lang="zh-CN" altLang="en-US" dirty="0"/>
              <a:t>f[i][j] = f[i - 1][j - 1] + g[i - j][j]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不可重复的类似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</Words>
  <Application>WPS 演示</Application>
  <PresentationFormat>宽屏</PresentationFormat>
  <Paragraphs>84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整数划分模型</vt:lpstr>
      <vt:lpstr>0.求把n划分成k个非负整数的方案数？</vt:lpstr>
      <vt:lpstr>0.求把n划分成k个非负整数的方案数？</vt:lpstr>
      <vt:lpstr>1.求把n划分成k个正整数的方案数</vt:lpstr>
      <vt:lpstr>1.求把n划分成k个正整数的方案数</vt:lpstr>
      <vt:lpstr>2.求把n划分成互不相同的k个正整数的方案数</vt:lpstr>
      <vt:lpstr>2.求把n划分成互不相同的k个正整数的方案数</vt:lpstr>
      <vt:lpstr>3.求把n划分成k个不大于m的互不相同的正整数的方案数</vt:lpstr>
      <vt:lpstr>4.求把n划分成k个奇数的方案数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线性DP、坐标DP、区间DP、背包DP</dc:title>
  <dc:creator/>
  <cp:lastModifiedBy>Administrator</cp:lastModifiedBy>
  <cp:revision>35</cp:revision>
  <dcterms:created xsi:type="dcterms:W3CDTF">2019-11-05T14:18:00Z</dcterms:created>
  <dcterms:modified xsi:type="dcterms:W3CDTF">2020-03-07T05:10:28Z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